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0" r:id="rId4"/>
    <p:sldId id="281" r:id="rId5"/>
    <p:sldId id="326" r:id="rId6"/>
    <p:sldId id="327" r:id="rId7"/>
    <p:sldId id="311" r:id="rId8"/>
    <p:sldId id="319" r:id="rId9"/>
    <p:sldId id="320" r:id="rId10"/>
    <p:sldId id="313" r:id="rId11"/>
    <p:sldId id="312" r:id="rId12"/>
    <p:sldId id="322" r:id="rId13"/>
    <p:sldId id="323" r:id="rId14"/>
    <p:sldId id="282" r:id="rId15"/>
    <p:sldId id="310" r:id="rId16"/>
    <p:sldId id="324" r:id="rId17"/>
    <p:sldId id="302" r:id="rId18"/>
    <p:sldId id="317" r:id="rId19"/>
    <p:sldId id="297" r:id="rId20"/>
    <p:sldId id="318" r:id="rId21"/>
    <p:sldId id="316" r:id="rId22"/>
    <p:sldId id="314" r:id="rId23"/>
    <p:sldId id="315" r:id="rId24"/>
    <p:sldId id="325" r:id="rId25"/>
    <p:sldId id="25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0A1DA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364" autoAdjust="0"/>
  </p:normalViewPr>
  <p:slideViewPr>
    <p:cSldViewPr snapToGrid="0">
      <p:cViewPr varScale="1">
        <p:scale>
          <a:sx n="121" d="100"/>
          <a:sy n="121" d="100"/>
        </p:scale>
        <p:origin x="192" y="108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9DC3F5-FFCF-4628-9C49-0CF955A63F71}" type="doc">
      <dgm:prSet loTypeId="urn:microsoft.com/office/officeart/2008/layout/VerticalCurvedList#2" loCatId="list" qsTypeId="urn:microsoft.com/office/officeart/2005/8/quickstyle/3d1#2" qsCatId="3D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01B06347-98ED-4D69-B312-76BE5717F4BE}">
      <dgm:prSet custT="1"/>
      <dgm:spPr/>
      <dgm:t>
        <a:bodyPr/>
        <a:lstStyle/>
        <a:p>
          <a:endParaRPr lang="en-US" sz="2000" b="0" i="0"/>
        </a:p>
      </dgm:t>
    </dgm:pt>
    <dgm:pt modelId="{40B6EFFD-DF5F-4FC2-9050-585F90F14DF4}" type="parTrans" cxnId="{C776AE58-5FFC-462B-8F65-3E644EB2E889}">
      <dgm:prSet/>
      <dgm:spPr/>
      <dgm:t>
        <a:bodyPr/>
        <a:lstStyle/>
        <a:p>
          <a:endParaRPr lang="en-US" sz="2000"/>
        </a:p>
      </dgm:t>
    </dgm:pt>
    <dgm:pt modelId="{61BA75AB-BDE0-4BB5-A35B-575F1893C84A}" type="sibTrans" cxnId="{C776AE58-5FFC-462B-8F65-3E644EB2E889}">
      <dgm:prSet/>
      <dgm:spPr/>
      <dgm:t>
        <a:bodyPr/>
        <a:lstStyle/>
        <a:p>
          <a:endParaRPr lang="en-US" sz="2000"/>
        </a:p>
      </dgm:t>
    </dgm:pt>
    <dgm:pt modelId="{765ED42D-701B-49CE-A54B-03B6F5118205}">
      <dgm:prSet phldrT="[Text]" custT="1"/>
      <dgm:spPr/>
      <dgm:t>
        <a:bodyPr/>
        <a:lstStyle/>
        <a:p>
          <a:r>
            <a:rPr lang="en-US" sz="2000" b="0" i="0" dirty="0"/>
            <a:t>Checkpoint</a:t>
          </a:r>
        </a:p>
      </dgm:t>
    </dgm:pt>
    <dgm:pt modelId="{57D2E565-3F8F-4DCE-9909-5F215F4394FC}" type="sibTrans" cxnId="{38D2AC54-3159-45C2-990A-F1AC745040E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55491FC-30DA-446B-9D13-F2828EF4E5C0}" type="parTrans" cxnId="{38D2AC54-3159-45C2-990A-F1AC745040E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3DB97D-8168-4237-B77D-2B68BE8E1E53}">
      <dgm:prSet phldrT="[Text]" custT="1"/>
      <dgm:spPr/>
      <dgm:t>
        <a:bodyPr/>
        <a:lstStyle/>
        <a:p>
          <a:r>
            <a:rPr lang="en-US" sz="2000" b="0" i="0" dirty="0" err="1"/>
            <a:t>Xử</a:t>
          </a:r>
          <a:r>
            <a:rPr lang="en-US" sz="2000" b="0" i="0" dirty="0"/>
            <a:t> </a:t>
          </a:r>
          <a:r>
            <a:rPr lang="en-US" sz="2000" b="0" i="0" dirty="0" err="1"/>
            <a:t>lý</a:t>
          </a:r>
          <a:r>
            <a:rPr lang="en-US" sz="2000" b="0" i="0" dirty="0"/>
            <a:t> </a:t>
          </a:r>
          <a:r>
            <a:rPr lang="en-US" sz="2000" b="0" i="0" dirty="0" err="1"/>
            <a:t>lỗi</a:t>
          </a:r>
          <a:endParaRPr lang="en-US" sz="2000" b="0" i="0" dirty="0"/>
        </a:p>
      </dgm:t>
    </dgm:pt>
    <dgm:pt modelId="{889D7198-6B40-4188-BA2A-94A206DE4A95}" type="parTrans" cxnId="{B1F57972-A667-4B6F-A144-2528173A1842}">
      <dgm:prSet/>
      <dgm:spPr/>
      <dgm:t>
        <a:bodyPr/>
        <a:lstStyle/>
        <a:p>
          <a:endParaRPr lang="en-US" sz="2000"/>
        </a:p>
      </dgm:t>
    </dgm:pt>
    <dgm:pt modelId="{2897863A-3112-4C49-8696-137A93B4D190}" type="sibTrans" cxnId="{B1F57972-A667-4B6F-A144-2528173A1842}">
      <dgm:prSet/>
      <dgm:spPr/>
      <dgm:t>
        <a:bodyPr/>
        <a:lstStyle/>
        <a:p>
          <a:endParaRPr lang="en-US" sz="2000"/>
        </a:p>
      </dgm:t>
    </dgm:pt>
    <dgm:pt modelId="{D4E318DB-1616-401D-B649-9A806286354F}">
      <dgm:prSet phldrT="[Text]" custT="1"/>
      <dgm:spPr/>
      <dgm:t>
        <a:bodyPr/>
        <a:lstStyle/>
        <a:p>
          <a:r>
            <a:rPr lang="en-US" sz="2000" b="0" i="0" dirty="0" err="1"/>
            <a:t>Triển</a:t>
          </a:r>
          <a:r>
            <a:rPr lang="en-US" sz="2000" b="0" i="0" dirty="0"/>
            <a:t> </a:t>
          </a:r>
          <a:r>
            <a:rPr lang="en-US" sz="2000" b="0" i="0" dirty="0" err="1"/>
            <a:t>khai</a:t>
          </a:r>
          <a:r>
            <a:rPr lang="en-US" sz="2000" b="0" i="0" dirty="0"/>
            <a:t> </a:t>
          </a:r>
          <a:r>
            <a:rPr lang="en-US" sz="2000" b="0" i="0" dirty="0" err="1"/>
            <a:t>và</a:t>
          </a:r>
          <a:r>
            <a:rPr lang="en-US" sz="2000" b="0" i="0" dirty="0"/>
            <a:t> </a:t>
          </a:r>
          <a:r>
            <a:rPr lang="en-US" sz="2000" b="0" i="0" dirty="0" err="1"/>
            <a:t>lập</a:t>
          </a:r>
          <a:r>
            <a:rPr lang="en-US" sz="2000" b="0" i="0" dirty="0"/>
            <a:t> </a:t>
          </a:r>
          <a:r>
            <a:rPr lang="en-US" sz="2000" b="0" i="0" dirty="0" err="1"/>
            <a:t>lịch</a:t>
          </a:r>
          <a:endParaRPr lang="en-US" sz="2000" b="0" i="0" dirty="0"/>
        </a:p>
      </dgm:t>
    </dgm:pt>
    <dgm:pt modelId="{953C7784-553E-4A72-9E79-BF7F847B12A8}" type="parTrans" cxnId="{0930ED40-DA98-4ADF-B9A9-F499DF49328A}">
      <dgm:prSet/>
      <dgm:spPr/>
      <dgm:t>
        <a:bodyPr/>
        <a:lstStyle/>
        <a:p>
          <a:endParaRPr lang="en-US" sz="2000"/>
        </a:p>
      </dgm:t>
    </dgm:pt>
    <dgm:pt modelId="{6E4EE620-6341-42D1-84EA-A99D5B036816}" type="sibTrans" cxnId="{0930ED40-DA98-4ADF-B9A9-F499DF49328A}">
      <dgm:prSet/>
      <dgm:spPr/>
      <dgm:t>
        <a:bodyPr/>
        <a:lstStyle/>
        <a:p>
          <a:endParaRPr lang="en-US" sz="2000"/>
        </a:p>
      </dgm:t>
    </dgm:pt>
    <dgm:pt modelId="{AA4E2953-23A4-45F6-B1CC-4653EA33C191}">
      <dgm:prSet phldrT="[Text]" custT="1"/>
      <dgm:spPr/>
      <dgm:t>
        <a:bodyPr/>
        <a:lstStyle/>
        <a:p>
          <a:r>
            <a:rPr lang="en-US" sz="2000" b="0" i="0" dirty="0"/>
            <a:t>Logging</a:t>
          </a:r>
        </a:p>
      </dgm:t>
    </dgm:pt>
    <dgm:pt modelId="{011CF3D5-6301-47D1-879F-36E31B0ED589}" type="parTrans" cxnId="{26819F73-6E66-4888-8355-C754160AF8C5}">
      <dgm:prSet/>
      <dgm:spPr/>
      <dgm:t>
        <a:bodyPr/>
        <a:lstStyle/>
        <a:p>
          <a:endParaRPr lang="en-US" sz="2000"/>
        </a:p>
      </dgm:t>
    </dgm:pt>
    <dgm:pt modelId="{E9031591-99CF-4ABC-88AD-52690EA660E1}" type="sibTrans" cxnId="{26819F73-6E66-4888-8355-C754160AF8C5}">
      <dgm:prSet/>
      <dgm:spPr/>
      <dgm:t>
        <a:bodyPr/>
        <a:lstStyle/>
        <a:p>
          <a:endParaRPr lang="en-US" sz="2000"/>
        </a:p>
      </dgm:t>
    </dgm:pt>
    <dgm:pt modelId="{BC66DEFF-1632-4D08-83DB-4DEA7ED479F9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ETL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lần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sau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5B4E47-D6C8-4AE5-8226-99075ACB659C}" type="sibTrans" cxnId="{3C96C6B1-4E87-4DD6-89AE-B6306E18854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C06F38-2E27-40F1-AA13-ED66652615BB}" type="parTrans" cxnId="{3C96C6B1-4E87-4DD6-89AE-B6306E18854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682E217-6054-4191-8FBA-E4AE2F5B596E}" type="pres">
      <dgm:prSet presAssocID="{969DC3F5-FFCF-4628-9C49-0CF955A63F71}" presName="Name0" presStyleCnt="0">
        <dgm:presLayoutVars>
          <dgm:chMax val="7"/>
          <dgm:chPref val="7"/>
          <dgm:dir/>
        </dgm:presLayoutVars>
      </dgm:prSet>
      <dgm:spPr/>
    </dgm:pt>
    <dgm:pt modelId="{D71FD251-9640-4FA4-990A-E75F68114323}" type="pres">
      <dgm:prSet presAssocID="{969DC3F5-FFCF-4628-9C49-0CF955A63F71}" presName="Name1" presStyleCnt="0"/>
      <dgm:spPr/>
    </dgm:pt>
    <dgm:pt modelId="{1A081858-C8CE-4B79-90ED-6E73C827DAEB}" type="pres">
      <dgm:prSet presAssocID="{969DC3F5-FFCF-4628-9C49-0CF955A63F71}" presName="cycle" presStyleCnt="0"/>
      <dgm:spPr/>
    </dgm:pt>
    <dgm:pt modelId="{4D718AE4-54E6-4514-AE0F-4DEC0E8228AF}" type="pres">
      <dgm:prSet presAssocID="{969DC3F5-FFCF-4628-9C49-0CF955A63F71}" presName="srcNode" presStyleLbl="node1" presStyleIdx="0" presStyleCnt="6"/>
      <dgm:spPr/>
    </dgm:pt>
    <dgm:pt modelId="{ED28BA54-AC82-4A6F-BE30-AA25E7B1C5B8}" type="pres">
      <dgm:prSet presAssocID="{969DC3F5-FFCF-4628-9C49-0CF955A63F71}" presName="conn" presStyleLbl="parChTrans1D2" presStyleIdx="0" presStyleCnt="1"/>
      <dgm:spPr/>
    </dgm:pt>
    <dgm:pt modelId="{C7A88F8A-87E5-4AF1-BED3-AD3618CA6642}" type="pres">
      <dgm:prSet presAssocID="{969DC3F5-FFCF-4628-9C49-0CF955A63F71}" presName="extraNode" presStyleLbl="node1" presStyleIdx="0" presStyleCnt="6"/>
      <dgm:spPr/>
    </dgm:pt>
    <dgm:pt modelId="{AD582617-7393-40D4-8C9D-A59374BBB319}" type="pres">
      <dgm:prSet presAssocID="{969DC3F5-FFCF-4628-9C49-0CF955A63F71}" presName="dstNode" presStyleLbl="node1" presStyleIdx="0" presStyleCnt="6"/>
      <dgm:spPr/>
    </dgm:pt>
    <dgm:pt modelId="{8BE70C21-E52A-4CDF-86A7-9778EE69EFB1}" type="pres">
      <dgm:prSet presAssocID="{BC66DEFF-1632-4D08-83DB-4DEA7ED479F9}" presName="text_1" presStyleLbl="node1" presStyleIdx="0" presStyleCnt="6">
        <dgm:presLayoutVars>
          <dgm:bulletEnabled val="1"/>
        </dgm:presLayoutVars>
      </dgm:prSet>
      <dgm:spPr/>
    </dgm:pt>
    <dgm:pt modelId="{67E34ED1-7213-40B7-A6E6-B178976DA9EA}" type="pres">
      <dgm:prSet presAssocID="{BC66DEFF-1632-4D08-83DB-4DEA7ED479F9}" presName="accent_1" presStyleCnt="0"/>
      <dgm:spPr/>
    </dgm:pt>
    <dgm:pt modelId="{34F9CDC6-485D-41F7-84C7-A306A8ED9888}" type="pres">
      <dgm:prSet presAssocID="{BC66DEFF-1632-4D08-83DB-4DEA7ED479F9}" presName="accentRepeatNode" presStyleLbl="solidFgAcc1" presStyleIdx="0" presStyleCnt="6"/>
      <dgm:spPr/>
    </dgm:pt>
    <dgm:pt modelId="{3864E7E4-4648-4526-A980-83FE5FE0F45E}" type="pres">
      <dgm:prSet presAssocID="{A23DB97D-8168-4237-B77D-2B68BE8E1E53}" presName="text_2" presStyleLbl="node1" presStyleIdx="1" presStyleCnt="6">
        <dgm:presLayoutVars>
          <dgm:bulletEnabled val="1"/>
        </dgm:presLayoutVars>
      </dgm:prSet>
      <dgm:spPr/>
    </dgm:pt>
    <dgm:pt modelId="{682F9A7C-2442-4917-8966-998999D88A16}" type="pres">
      <dgm:prSet presAssocID="{A23DB97D-8168-4237-B77D-2B68BE8E1E53}" presName="accent_2" presStyleCnt="0"/>
      <dgm:spPr/>
    </dgm:pt>
    <dgm:pt modelId="{67A0D5C6-9593-4056-AC03-682FA5BAA012}" type="pres">
      <dgm:prSet presAssocID="{A23DB97D-8168-4237-B77D-2B68BE8E1E53}" presName="accentRepeatNode" presStyleLbl="solidFgAcc1" presStyleIdx="1" presStyleCnt="6"/>
      <dgm:spPr/>
    </dgm:pt>
    <dgm:pt modelId="{DCB34D92-A3CA-438F-A80D-0FE4FA1C86E4}" type="pres">
      <dgm:prSet presAssocID="{AA4E2953-23A4-45F6-B1CC-4653EA33C191}" presName="text_3" presStyleLbl="node1" presStyleIdx="2" presStyleCnt="6">
        <dgm:presLayoutVars>
          <dgm:bulletEnabled val="1"/>
        </dgm:presLayoutVars>
      </dgm:prSet>
      <dgm:spPr/>
    </dgm:pt>
    <dgm:pt modelId="{B5257AC4-2DE0-4FF5-B9D9-4F36A072C7B0}" type="pres">
      <dgm:prSet presAssocID="{AA4E2953-23A4-45F6-B1CC-4653EA33C191}" presName="accent_3" presStyleCnt="0"/>
      <dgm:spPr/>
    </dgm:pt>
    <dgm:pt modelId="{B3A1DA42-E389-4131-A0C7-889016ABBF7E}" type="pres">
      <dgm:prSet presAssocID="{AA4E2953-23A4-45F6-B1CC-4653EA33C191}" presName="accentRepeatNode" presStyleLbl="solidFgAcc1" presStyleIdx="2" presStyleCnt="6"/>
      <dgm:spPr/>
    </dgm:pt>
    <dgm:pt modelId="{CA7D4260-CAC7-4EA8-A1FB-2A6BA3AB2FF5}" type="pres">
      <dgm:prSet presAssocID="{765ED42D-701B-49CE-A54B-03B6F5118205}" presName="text_4" presStyleLbl="node1" presStyleIdx="3" presStyleCnt="6">
        <dgm:presLayoutVars>
          <dgm:bulletEnabled val="1"/>
        </dgm:presLayoutVars>
      </dgm:prSet>
      <dgm:spPr/>
    </dgm:pt>
    <dgm:pt modelId="{41A7B703-E148-4832-9E8F-B62BBF026BA6}" type="pres">
      <dgm:prSet presAssocID="{765ED42D-701B-49CE-A54B-03B6F5118205}" presName="accent_4" presStyleCnt="0"/>
      <dgm:spPr/>
    </dgm:pt>
    <dgm:pt modelId="{6445F65C-926F-4C72-9586-829AF4A95DC8}" type="pres">
      <dgm:prSet presAssocID="{765ED42D-701B-49CE-A54B-03B6F5118205}" presName="accentRepeatNode" presStyleLbl="solidFgAcc1" presStyleIdx="3" presStyleCnt="6"/>
      <dgm:spPr/>
    </dgm:pt>
    <dgm:pt modelId="{3A74C5E7-2882-4C4E-BA28-BCC9A7CB04B8}" type="pres">
      <dgm:prSet presAssocID="{D4E318DB-1616-401D-B649-9A806286354F}" presName="text_5" presStyleLbl="node1" presStyleIdx="4" presStyleCnt="6">
        <dgm:presLayoutVars>
          <dgm:bulletEnabled val="1"/>
        </dgm:presLayoutVars>
      </dgm:prSet>
      <dgm:spPr/>
    </dgm:pt>
    <dgm:pt modelId="{3E2D4D34-2041-4B09-A12E-EB2F0D781979}" type="pres">
      <dgm:prSet presAssocID="{D4E318DB-1616-401D-B649-9A806286354F}" presName="accent_5" presStyleCnt="0"/>
      <dgm:spPr/>
    </dgm:pt>
    <dgm:pt modelId="{746CCD20-C2FF-401A-BE0F-A9DAA073E3AF}" type="pres">
      <dgm:prSet presAssocID="{D4E318DB-1616-401D-B649-9A806286354F}" presName="accentRepeatNode" presStyleLbl="solidFgAcc1" presStyleIdx="4" presStyleCnt="6"/>
      <dgm:spPr/>
    </dgm:pt>
    <dgm:pt modelId="{D8D0A957-3410-466F-8D18-6B1CD5B2EA17}" type="pres">
      <dgm:prSet presAssocID="{01B06347-98ED-4D69-B312-76BE5717F4BE}" presName="text_6" presStyleLbl="node1" presStyleIdx="5" presStyleCnt="6">
        <dgm:presLayoutVars>
          <dgm:bulletEnabled val="1"/>
        </dgm:presLayoutVars>
      </dgm:prSet>
      <dgm:spPr/>
    </dgm:pt>
    <dgm:pt modelId="{DAD02BAE-F4B3-42CA-836C-E1798A378C2A}" type="pres">
      <dgm:prSet presAssocID="{01B06347-98ED-4D69-B312-76BE5717F4BE}" presName="accent_6" presStyleCnt="0"/>
      <dgm:spPr/>
    </dgm:pt>
    <dgm:pt modelId="{BE34A9E9-1A1B-4907-AFC7-6335B607B1CE}" type="pres">
      <dgm:prSet presAssocID="{01B06347-98ED-4D69-B312-76BE5717F4BE}" presName="accentRepeatNode" presStyleLbl="solidFgAcc1" presStyleIdx="5" presStyleCnt="6"/>
      <dgm:spPr/>
    </dgm:pt>
  </dgm:ptLst>
  <dgm:cxnLst>
    <dgm:cxn modelId="{F5E3DE25-B577-408D-9643-D80D7990DE95}" type="presOf" srcId="{D4E318DB-1616-401D-B649-9A806286354F}" destId="{3A74C5E7-2882-4C4E-BA28-BCC9A7CB04B8}" srcOrd="0" destOrd="0" presId="urn:microsoft.com/office/officeart/2008/layout/VerticalCurvedList#2"/>
    <dgm:cxn modelId="{0930ED40-DA98-4ADF-B9A9-F499DF49328A}" srcId="{969DC3F5-FFCF-4628-9C49-0CF955A63F71}" destId="{D4E318DB-1616-401D-B649-9A806286354F}" srcOrd="4" destOrd="0" parTransId="{953C7784-553E-4A72-9E79-BF7F847B12A8}" sibTransId="{6E4EE620-6341-42D1-84EA-A99D5B036816}"/>
    <dgm:cxn modelId="{6538795D-902F-424B-AF5C-7CB81B5535F1}" type="presOf" srcId="{765ED42D-701B-49CE-A54B-03B6F5118205}" destId="{CA7D4260-CAC7-4EA8-A1FB-2A6BA3AB2FF5}" srcOrd="0" destOrd="0" presId="urn:microsoft.com/office/officeart/2008/layout/VerticalCurvedList#2"/>
    <dgm:cxn modelId="{B1F57972-A667-4B6F-A144-2528173A1842}" srcId="{969DC3F5-FFCF-4628-9C49-0CF955A63F71}" destId="{A23DB97D-8168-4237-B77D-2B68BE8E1E53}" srcOrd="1" destOrd="0" parTransId="{889D7198-6B40-4188-BA2A-94A206DE4A95}" sibTransId="{2897863A-3112-4C49-8696-137A93B4D190}"/>
    <dgm:cxn modelId="{26819F73-6E66-4888-8355-C754160AF8C5}" srcId="{969DC3F5-FFCF-4628-9C49-0CF955A63F71}" destId="{AA4E2953-23A4-45F6-B1CC-4653EA33C191}" srcOrd="2" destOrd="0" parTransId="{011CF3D5-6301-47D1-879F-36E31B0ED589}" sibTransId="{E9031591-99CF-4ABC-88AD-52690EA660E1}"/>
    <dgm:cxn modelId="{38D2AC54-3159-45C2-990A-F1AC745040EE}" srcId="{969DC3F5-FFCF-4628-9C49-0CF955A63F71}" destId="{765ED42D-701B-49CE-A54B-03B6F5118205}" srcOrd="3" destOrd="0" parTransId="{955491FC-30DA-446B-9D13-F2828EF4E5C0}" sibTransId="{57D2E565-3F8F-4DCE-9909-5F215F4394FC}"/>
    <dgm:cxn modelId="{C776AE58-5FFC-462B-8F65-3E644EB2E889}" srcId="{969DC3F5-FFCF-4628-9C49-0CF955A63F71}" destId="{01B06347-98ED-4D69-B312-76BE5717F4BE}" srcOrd="5" destOrd="0" parTransId="{40B6EFFD-DF5F-4FC2-9050-585F90F14DF4}" sibTransId="{61BA75AB-BDE0-4BB5-A35B-575F1893C84A}"/>
    <dgm:cxn modelId="{D85B677C-75C4-4FBE-A90F-8F382214A901}" type="presOf" srcId="{01B06347-98ED-4D69-B312-76BE5717F4BE}" destId="{D8D0A957-3410-466F-8D18-6B1CD5B2EA17}" srcOrd="0" destOrd="0" presId="urn:microsoft.com/office/officeart/2008/layout/VerticalCurvedList#2"/>
    <dgm:cxn modelId="{0634EA87-F80C-4C05-B52A-69ADCF3715F0}" type="presOf" srcId="{BC66DEFF-1632-4D08-83DB-4DEA7ED479F9}" destId="{8BE70C21-E52A-4CDF-86A7-9778EE69EFB1}" srcOrd="0" destOrd="0" presId="urn:microsoft.com/office/officeart/2008/layout/VerticalCurvedList#2"/>
    <dgm:cxn modelId="{3C96C6B1-4E87-4DD6-89AE-B6306E188548}" srcId="{969DC3F5-FFCF-4628-9C49-0CF955A63F71}" destId="{BC66DEFF-1632-4D08-83DB-4DEA7ED479F9}" srcOrd="0" destOrd="0" parTransId="{99C06F38-2E27-40F1-AA13-ED66652615BB}" sibTransId="{355B4E47-D6C8-4AE5-8226-99075ACB659C}"/>
    <dgm:cxn modelId="{E1A1B5B5-C2A0-4539-ABC4-831C539086C0}" type="presOf" srcId="{969DC3F5-FFCF-4628-9C49-0CF955A63F71}" destId="{8682E217-6054-4191-8FBA-E4AE2F5B596E}" srcOrd="0" destOrd="0" presId="urn:microsoft.com/office/officeart/2008/layout/VerticalCurvedList#2"/>
    <dgm:cxn modelId="{4B50EEBB-E66F-4C2D-9818-FAACE5BED0B0}" type="presOf" srcId="{AA4E2953-23A4-45F6-B1CC-4653EA33C191}" destId="{DCB34D92-A3CA-438F-A80D-0FE4FA1C86E4}" srcOrd="0" destOrd="0" presId="urn:microsoft.com/office/officeart/2008/layout/VerticalCurvedList#2"/>
    <dgm:cxn modelId="{C411B2D8-E6FA-43D7-9396-C2EA8B5B83E7}" type="presOf" srcId="{355B4E47-D6C8-4AE5-8226-99075ACB659C}" destId="{ED28BA54-AC82-4A6F-BE30-AA25E7B1C5B8}" srcOrd="0" destOrd="0" presId="urn:microsoft.com/office/officeart/2008/layout/VerticalCurvedList#2"/>
    <dgm:cxn modelId="{5499DFFE-1B72-4B24-8570-2F1BBAFB8DC3}" type="presOf" srcId="{A23DB97D-8168-4237-B77D-2B68BE8E1E53}" destId="{3864E7E4-4648-4526-A980-83FE5FE0F45E}" srcOrd="0" destOrd="0" presId="urn:microsoft.com/office/officeart/2008/layout/VerticalCurvedList#2"/>
    <dgm:cxn modelId="{F911E667-702D-459F-BB60-112F8E74F9F7}" type="presParOf" srcId="{8682E217-6054-4191-8FBA-E4AE2F5B596E}" destId="{D71FD251-9640-4FA4-990A-E75F68114323}" srcOrd="0" destOrd="0" presId="urn:microsoft.com/office/officeart/2008/layout/VerticalCurvedList#2"/>
    <dgm:cxn modelId="{9D4BB597-89B2-4270-B54D-25F8453F9325}" type="presParOf" srcId="{D71FD251-9640-4FA4-990A-E75F68114323}" destId="{1A081858-C8CE-4B79-90ED-6E73C827DAEB}" srcOrd="0" destOrd="0" presId="urn:microsoft.com/office/officeart/2008/layout/VerticalCurvedList#2"/>
    <dgm:cxn modelId="{B781E249-9A20-42E2-9127-E76A5C19DD9B}" type="presParOf" srcId="{1A081858-C8CE-4B79-90ED-6E73C827DAEB}" destId="{4D718AE4-54E6-4514-AE0F-4DEC0E8228AF}" srcOrd="0" destOrd="0" presId="urn:microsoft.com/office/officeart/2008/layout/VerticalCurvedList#2"/>
    <dgm:cxn modelId="{B4F34F9A-9328-4594-BBCE-74BFB97C630D}" type="presParOf" srcId="{1A081858-C8CE-4B79-90ED-6E73C827DAEB}" destId="{ED28BA54-AC82-4A6F-BE30-AA25E7B1C5B8}" srcOrd="1" destOrd="0" presId="urn:microsoft.com/office/officeart/2008/layout/VerticalCurvedList#2"/>
    <dgm:cxn modelId="{94BEC77D-15B9-43E5-AB73-2BE21E72DB29}" type="presParOf" srcId="{1A081858-C8CE-4B79-90ED-6E73C827DAEB}" destId="{C7A88F8A-87E5-4AF1-BED3-AD3618CA6642}" srcOrd="2" destOrd="0" presId="urn:microsoft.com/office/officeart/2008/layout/VerticalCurvedList#2"/>
    <dgm:cxn modelId="{9ACEDE79-BDE6-44E0-8F62-E4E7DF0FA1ED}" type="presParOf" srcId="{1A081858-C8CE-4B79-90ED-6E73C827DAEB}" destId="{AD582617-7393-40D4-8C9D-A59374BBB319}" srcOrd="3" destOrd="0" presId="urn:microsoft.com/office/officeart/2008/layout/VerticalCurvedList#2"/>
    <dgm:cxn modelId="{701350A0-2B76-494C-A19F-2900D3AF9738}" type="presParOf" srcId="{D71FD251-9640-4FA4-990A-E75F68114323}" destId="{8BE70C21-E52A-4CDF-86A7-9778EE69EFB1}" srcOrd="1" destOrd="0" presId="urn:microsoft.com/office/officeart/2008/layout/VerticalCurvedList#2"/>
    <dgm:cxn modelId="{CBA8C130-56FA-4D0D-A0F0-7F853DDD969F}" type="presParOf" srcId="{D71FD251-9640-4FA4-990A-E75F68114323}" destId="{67E34ED1-7213-40B7-A6E6-B178976DA9EA}" srcOrd="2" destOrd="0" presId="urn:microsoft.com/office/officeart/2008/layout/VerticalCurvedList#2"/>
    <dgm:cxn modelId="{55FBA083-1F60-4EA2-89BC-ACECF63A95C8}" type="presParOf" srcId="{67E34ED1-7213-40B7-A6E6-B178976DA9EA}" destId="{34F9CDC6-485D-41F7-84C7-A306A8ED9888}" srcOrd="0" destOrd="0" presId="urn:microsoft.com/office/officeart/2008/layout/VerticalCurvedList#2"/>
    <dgm:cxn modelId="{D54B2A5C-0BF5-486B-BEEF-6C374E10250C}" type="presParOf" srcId="{D71FD251-9640-4FA4-990A-E75F68114323}" destId="{3864E7E4-4648-4526-A980-83FE5FE0F45E}" srcOrd="3" destOrd="0" presId="urn:microsoft.com/office/officeart/2008/layout/VerticalCurvedList#2"/>
    <dgm:cxn modelId="{5AD63224-8C42-4916-8094-A7A0F277B2E6}" type="presParOf" srcId="{D71FD251-9640-4FA4-990A-E75F68114323}" destId="{682F9A7C-2442-4917-8966-998999D88A16}" srcOrd="4" destOrd="0" presId="urn:microsoft.com/office/officeart/2008/layout/VerticalCurvedList#2"/>
    <dgm:cxn modelId="{C0AAE41A-7D36-4366-BFC7-60EEBC036BF3}" type="presParOf" srcId="{682F9A7C-2442-4917-8966-998999D88A16}" destId="{67A0D5C6-9593-4056-AC03-682FA5BAA012}" srcOrd="0" destOrd="0" presId="urn:microsoft.com/office/officeart/2008/layout/VerticalCurvedList#2"/>
    <dgm:cxn modelId="{0BE8F287-B041-41A1-84E9-66A589B65F9A}" type="presParOf" srcId="{D71FD251-9640-4FA4-990A-E75F68114323}" destId="{DCB34D92-A3CA-438F-A80D-0FE4FA1C86E4}" srcOrd="5" destOrd="0" presId="urn:microsoft.com/office/officeart/2008/layout/VerticalCurvedList#2"/>
    <dgm:cxn modelId="{4832D803-DC1A-4E22-9F73-874272E9DD97}" type="presParOf" srcId="{D71FD251-9640-4FA4-990A-E75F68114323}" destId="{B5257AC4-2DE0-4FF5-B9D9-4F36A072C7B0}" srcOrd="6" destOrd="0" presId="urn:microsoft.com/office/officeart/2008/layout/VerticalCurvedList#2"/>
    <dgm:cxn modelId="{F0944D88-1300-4BC2-9AAC-DF0943717279}" type="presParOf" srcId="{B5257AC4-2DE0-4FF5-B9D9-4F36A072C7B0}" destId="{B3A1DA42-E389-4131-A0C7-889016ABBF7E}" srcOrd="0" destOrd="0" presId="urn:microsoft.com/office/officeart/2008/layout/VerticalCurvedList#2"/>
    <dgm:cxn modelId="{E870C1E1-0538-4974-9DDB-E34FDDA4689F}" type="presParOf" srcId="{D71FD251-9640-4FA4-990A-E75F68114323}" destId="{CA7D4260-CAC7-4EA8-A1FB-2A6BA3AB2FF5}" srcOrd="7" destOrd="0" presId="urn:microsoft.com/office/officeart/2008/layout/VerticalCurvedList#2"/>
    <dgm:cxn modelId="{C288AEA3-A6D4-4FB3-83ED-E9B742835239}" type="presParOf" srcId="{D71FD251-9640-4FA4-990A-E75F68114323}" destId="{41A7B703-E148-4832-9E8F-B62BBF026BA6}" srcOrd="8" destOrd="0" presId="urn:microsoft.com/office/officeart/2008/layout/VerticalCurvedList#2"/>
    <dgm:cxn modelId="{A6D608CA-DE40-4488-8537-7D02A9361D85}" type="presParOf" srcId="{41A7B703-E148-4832-9E8F-B62BBF026BA6}" destId="{6445F65C-926F-4C72-9586-829AF4A95DC8}" srcOrd="0" destOrd="0" presId="urn:microsoft.com/office/officeart/2008/layout/VerticalCurvedList#2"/>
    <dgm:cxn modelId="{24B38832-AB49-421A-A9CC-D6E3BF8E60F1}" type="presParOf" srcId="{D71FD251-9640-4FA4-990A-E75F68114323}" destId="{3A74C5E7-2882-4C4E-BA28-BCC9A7CB04B8}" srcOrd="9" destOrd="0" presId="urn:microsoft.com/office/officeart/2008/layout/VerticalCurvedList#2"/>
    <dgm:cxn modelId="{2358E6C1-FD09-4EFE-8E9C-80C5F3AC064B}" type="presParOf" srcId="{D71FD251-9640-4FA4-990A-E75F68114323}" destId="{3E2D4D34-2041-4B09-A12E-EB2F0D781979}" srcOrd="10" destOrd="0" presId="urn:microsoft.com/office/officeart/2008/layout/VerticalCurvedList#2"/>
    <dgm:cxn modelId="{65B57E75-6183-4168-85C2-1491C4B17048}" type="presParOf" srcId="{3E2D4D34-2041-4B09-A12E-EB2F0D781979}" destId="{746CCD20-C2FF-401A-BE0F-A9DAA073E3AF}" srcOrd="0" destOrd="0" presId="urn:microsoft.com/office/officeart/2008/layout/VerticalCurvedList#2"/>
    <dgm:cxn modelId="{A58324E4-F418-4B46-896A-0B84511947FC}" type="presParOf" srcId="{D71FD251-9640-4FA4-990A-E75F68114323}" destId="{D8D0A957-3410-466F-8D18-6B1CD5B2EA17}" srcOrd="11" destOrd="0" presId="urn:microsoft.com/office/officeart/2008/layout/VerticalCurvedList#2"/>
    <dgm:cxn modelId="{5E413D46-3BD2-40EA-8AE4-149A5B03D363}" type="presParOf" srcId="{D71FD251-9640-4FA4-990A-E75F68114323}" destId="{DAD02BAE-F4B3-42CA-836C-E1798A378C2A}" srcOrd="12" destOrd="0" presId="urn:microsoft.com/office/officeart/2008/layout/VerticalCurvedList#2"/>
    <dgm:cxn modelId="{A8828975-CDC8-4B53-BF7B-848F661A5061}" type="presParOf" srcId="{DAD02BAE-F4B3-42CA-836C-E1798A378C2A}" destId="{BE34A9E9-1A1B-4907-AFC7-6335B607B1CE}" srcOrd="0" destOrd="0" presId="urn:microsoft.com/office/officeart/2008/layout/VerticalCurvedLis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28BA54-AC82-4A6F-BE30-AA25E7B1C5B8}">
      <dsp:nvSpPr>
        <dsp:cNvPr id="0" name=""/>
        <dsp:cNvSpPr/>
      </dsp:nvSpPr>
      <dsp:spPr>
        <a:xfrm>
          <a:off x="-5757563" y="-881249"/>
          <a:ext cx="6854646" cy="6854646"/>
        </a:xfrm>
        <a:prstGeom prst="blockArc">
          <a:avLst>
            <a:gd name="adj1" fmla="val 18900000"/>
            <a:gd name="adj2" fmla="val 2700000"/>
            <a:gd name="adj3" fmla="val 315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E70C21-E52A-4CDF-86A7-9778EE69EFB1}">
      <dsp:nvSpPr>
        <dsp:cNvPr id="0" name=""/>
        <dsp:cNvSpPr/>
      </dsp:nvSpPr>
      <dsp:spPr>
        <a:xfrm>
          <a:off x="408764" y="268152"/>
          <a:ext cx="7129615" cy="5361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553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ETL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lần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sau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8764" y="268152"/>
        <a:ext cx="7129615" cy="536101"/>
      </dsp:txXfrm>
    </dsp:sp>
    <dsp:sp modelId="{34F9CDC6-485D-41F7-84C7-A306A8ED9888}">
      <dsp:nvSpPr>
        <dsp:cNvPr id="0" name=""/>
        <dsp:cNvSpPr/>
      </dsp:nvSpPr>
      <dsp:spPr>
        <a:xfrm>
          <a:off x="73701" y="201139"/>
          <a:ext cx="670126" cy="6701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864E7E4-4648-4526-A980-83FE5FE0F45E}">
      <dsp:nvSpPr>
        <dsp:cNvPr id="0" name=""/>
        <dsp:cNvSpPr/>
      </dsp:nvSpPr>
      <dsp:spPr>
        <a:xfrm>
          <a:off x="849744" y="1072202"/>
          <a:ext cx="6688635" cy="53610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553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/>
            <a:t>Xử</a:t>
          </a:r>
          <a:r>
            <a:rPr lang="en-US" sz="2000" b="0" i="0" kern="1200" dirty="0"/>
            <a:t> </a:t>
          </a:r>
          <a:r>
            <a:rPr lang="en-US" sz="2000" b="0" i="0" kern="1200" dirty="0" err="1"/>
            <a:t>lý</a:t>
          </a:r>
          <a:r>
            <a:rPr lang="en-US" sz="2000" b="0" i="0" kern="1200" dirty="0"/>
            <a:t> </a:t>
          </a:r>
          <a:r>
            <a:rPr lang="en-US" sz="2000" b="0" i="0" kern="1200" dirty="0" err="1"/>
            <a:t>lỗi</a:t>
          </a:r>
          <a:endParaRPr lang="en-US" sz="2000" b="0" i="0" kern="1200" dirty="0"/>
        </a:p>
      </dsp:txBody>
      <dsp:txXfrm>
        <a:off x="849744" y="1072202"/>
        <a:ext cx="6688635" cy="536101"/>
      </dsp:txXfrm>
    </dsp:sp>
    <dsp:sp modelId="{67A0D5C6-9593-4056-AC03-682FA5BAA012}">
      <dsp:nvSpPr>
        <dsp:cNvPr id="0" name=""/>
        <dsp:cNvSpPr/>
      </dsp:nvSpPr>
      <dsp:spPr>
        <a:xfrm>
          <a:off x="514681" y="1005190"/>
          <a:ext cx="670126" cy="6701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CB34D92-A3CA-438F-A80D-0FE4FA1C86E4}">
      <dsp:nvSpPr>
        <dsp:cNvPr id="0" name=""/>
        <dsp:cNvSpPr/>
      </dsp:nvSpPr>
      <dsp:spPr>
        <a:xfrm>
          <a:off x="1051393" y="1876252"/>
          <a:ext cx="6486986" cy="5361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553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Logging</a:t>
          </a:r>
        </a:p>
      </dsp:txBody>
      <dsp:txXfrm>
        <a:off x="1051393" y="1876252"/>
        <a:ext cx="6486986" cy="536101"/>
      </dsp:txXfrm>
    </dsp:sp>
    <dsp:sp modelId="{B3A1DA42-E389-4131-A0C7-889016ABBF7E}">
      <dsp:nvSpPr>
        <dsp:cNvPr id="0" name=""/>
        <dsp:cNvSpPr/>
      </dsp:nvSpPr>
      <dsp:spPr>
        <a:xfrm>
          <a:off x="716330" y="1809240"/>
          <a:ext cx="670126" cy="6701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A7D4260-CAC7-4EA8-A1FB-2A6BA3AB2FF5}">
      <dsp:nvSpPr>
        <dsp:cNvPr id="0" name=""/>
        <dsp:cNvSpPr/>
      </dsp:nvSpPr>
      <dsp:spPr>
        <a:xfrm>
          <a:off x="1051393" y="2679793"/>
          <a:ext cx="6486986" cy="5361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553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Checkpoint</a:t>
          </a:r>
        </a:p>
      </dsp:txBody>
      <dsp:txXfrm>
        <a:off x="1051393" y="2679793"/>
        <a:ext cx="6486986" cy="536101"/>
      </dsp:txXfrm>
    </dsp:sp>
    <dsp:sp modelId="{6445F65C-926F-4C72-9586-829AF4A95DC8}">
      <dsp:nvSpPr>
        <dsp:cNvPr id="0" name=""/>
        <dsp:cNvSpPr/>
      </dsp:nvSpPr>
      <dsp:spPr>
        <a:xfrm>
          <a:off x="716330" y="2612781"/>
          <a:ext cx="670126" cy="6701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A74C5E7-2882-4C4E-BA28-BCC9A7CB04B8}">
      <dsp:nvSpPr>
        <dsp:cNvPr id="0" name=""/>
        <dsp:cNvSpPr/>
      </dsp:nvSpPr>
      <dsp:spPr>
        <a:xfrm>
          <a:off x="849744" y="3483843"/>
          <a:ext cx="6688635" cy="53610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553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/>
            <a:t>Triển</a:t>
          </a:r>
          <a:r>
            <a:rPr lang="en-US" sz="2000" b="0" i="0" kern="1200" dirty="0"/>
            <a:t> </a:t>
          </a:r>
          <a:r>
            <a:rPr lang="en-US" sz="2000" b="0" i="0" kern="1200" dirty="0" err="1"/>
            <a:t>khai</a:t>
          </a:r>
          <a:r>
            <a:rPr lang="en-US" sz="2000" b="0" i="0" kern="1200" dirty="0"/>
            <a:t> </a:t>
          </a:r>
          <a:r>
            <a:rPr lang="en-US" sz="2000" b="0" i="0" kern="1200" dirty="0" err="1"/>
            <a:t>và</a:t>
          </a:r>
          <a:r>
            <a:rPr lang="en-US" sz="2000" b="0" i="0" kern="1200" dirty="0"/>
            <a:t> </a:t>
          </a:r>
          <a:r>
            <a:rPr lang="en-US" sz="2000" b="0" i="0" kern="1200" dirty="0" err="1"/>
            <a:t>lập</a:t>
          </a:r>
          <a:r>
            <a:rPr lang="en-US" sz="2000" b="0" i="0" kern="1200" dirty="0"/>
            <a:t> </a:t>
          </a:r>
          <a:r>
            <a:rPr lang="en-US" sz="2000" b="0" i="0" kern="1200" dirty="0" err="1"/>
            <a:t>lịch</a:t>
          </a:r>
          <a:endParaRPr lang="en-US" sz="2000" b="0" i="0" kern="1200" dirty="0"/>
        </a:p>
      </dsp:txBody>
      <dsp:txXfrm>
        <a:off x="849744" y="3483843"/>
        <a:ext cx="6688635" cy="536101"/>
      </dsp:txXfrm>
    </dsp:sp>
    <dsp:sp modelId="{746CCD20-C2FF-401A-BE0F-A9DAA073E3AF}">
      <dsp:nvSpPr>
        <dsp:cNvPr id="0" name=""/>
        <dsp:cNvSpPr/>
      </dsp:nvSpPr>
      <dsp:spPr>
        <a:xfrm>
          <a:off x="514681" y="3416831"/>
          <a:ext cx="670126" cy="6701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8D0A957-3410-466F-8D18-6B1CD5B2EA17}">
      <dsp:nvSpPr>
        <dsp:cNvPr id="0" name=""/>
        <dsp:cNvSpPr/>
      </dsp:nvSpPr>
      <dsp:spPr>
        <a:xfrm>
          <a:off x="408764" y="4287894"/>
          <a:ext cx="7129615" cy="5361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553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0" i="0" kern="1200"/>
        </a:p>
      </dsp:txBody>
      <dsp:txXfrm>
        <a:off x="408764" y="4287894"/>
        <a:ext cx="7129615" cy="536101"/>
      </dsp:txXfrm>
    </dsp:sp>
    <dsp:sp modelId="{BE34A9E9-1A1B-4907-AFC7-6335B607B1CE}">
      <dsp:nvSpPr>
        <dsp:cNvPr id="0" name=""/>
        <dsp:cNvSpPr/>
      </dsp:nvSpPr>
      <dsp:spPr>
        <a:xfrm>
          <a:off x="73701" y="4220881"/>
          <a:ext cx="670126" cy="6701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#2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#2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ACA19-63F0-472A-B760-6348F3BD0BF4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96D59-0EC1-4A81-B8B1-B3FBC9E1FC2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59785-3943-446D-B78A-E6B901B9DED0}" type="datetime1">
              <a:rPr lang="en-US" smtClean="0"/>
              <a:t>12/13/2022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B4D6-50B3-4213-9775-AA6E5BF2053A}" type="datetime1">
              <a:rPr lang="en-US" smtClean="0"/>
              <a:t>12/13/2022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0D57-1289-4C02-9EEF-C8570F57B2B1}" type="datetime1">
              <a:rPr lang="en-US" smtClean="0"/>
              <a:t>12/13/2022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1352-848A-4480-8D55-03A556BE99CE}" type="datetime1">
              <a:rPr lang="en-US" smtClean="0"/>
              <a:t>12/13/2022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9FAB-6DB6-4227-A73A-A8A0B53312EE}" type="datetime1">
              <a:rPr lang="en-US" smtClean="0"/>
              <a:t>12/13/2022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F26C-39BF-4523-B808-B4744A603E21}" type="datetime1">
              <a:rPr lang="en-US" smtClean="0"/>
              <a:t>12/13/2022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666CD-F691-4D25-84EB-2452953BECE2}" type="datetime1">
              <a:rPr lang="en-US" smtClean="0"/>
              <a:t>12/13/2022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51B9-23F2-49B5-9A23-F37F5C858236}" type="datetime1">
              <a:rPr lang="en-US" smtClean="0"/>
              <a:t>12/13/2022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A0A32-851E-4462-99F1-E65A7F867A8B}" type="datetime1">
              <a:rPr lang="en-US" smtClean="0"/>
              <a:t>12/13/2022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26CD-530D-4556-BBBB-0531C0514CA5}" type="datetime1">
              <a:rPr lang="en-US" smtClean="0"/>
              <a:t>12/13/2022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ED2E-C9A4-4600-B684-57670EDD6912}" type="datetime1">
              <a:rPr lang="en-US" smtClean="0"/>
              <a:t>12/13/2022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628CF-E86E-4460-8BED-F08ABE0CEF3A}" type="datetime1">
              <a:rPr lang="en-US" smtClean="0"/>
              <a:t>12/13/2022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E324A-832C-4639-A318-F9ED4BBDC2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2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82851" y="2125015"/>
            <a:ext cx="800207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70003" y="3567889"/>
            <a:ext cx="536713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Trình bày: Tạ Minh Tùng</a:t>
            </a:r>
          </a:p>
          <a:p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SĐT: 0354.610.796</a:t>
            </a:r>
            <a:endParaRPr lang="en-US" sz="3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CHÍNH</a:t>
            </a:r>
          </a:p>
        </p:txBody>
      </p:sp>
      <p:graphicFrame>
        <p:nvGraphicFramePr>
          <p:cNvPr id="19" name="Diagram 18"/>
          <p:cNvGraphicFramePr/>
          <p:nvPr/>
        </p:nvGraphicFramePr>
        <p:xfrm>
          <a:off x="1476322" y="733160"/>
          <a:ext cx="7609805" cy="5092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721413" y="1013860"/>
            <a:ext cx="410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3577" y="1817781"/>
            <a:ext cx="410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2360" y="2632031"/>
            <a:ext cx="424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4267" y="3446281"/>
            <a:ext cx="424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8387" y="5054123"/>
            <a:ext cx="424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2231" y="4253639"/>
            <a:ext cx="424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3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ETL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4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923151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/>
              <a:t>Khi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ETL </a:t>
            </a:r>
            <a:r>
              <a:rPr lang="en-GB" dirty="0" err="1"/>
              <a:t>từ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2 </a:t>
            </a:r>
            <a:r>
              <a:rPr lang="en-GB" dirty="0" err="1"/>
              <a:t>trở</a:t>
            </a:r>
            <a:r>
              <a:rPr lang="en-GB" dirty="0"/>
              <a:t> </a:t>
            </a:r>
            <a:r>
              <a:rPr lang="en-GB" dirty="0" err="1"/>
              <a:t>đi</a:t>
            </a:r>
            <a:r>
              <a:rPr lang="en-GB" dirty="0"/>
              <a:t> </a:t>
            </a:r>
            <a:r>
              <a:rPr lang="en-GB" dirty="0" err="1"/>
              <a:t>cần</a:t>
            </a:r>
            <a:r>
              <a:rPr lang="en-GB" dirty="0"/>
              <a:t> </a:t>
            </a:r>
            <a:r>
              <a:rPr lang="en-GB" dirty="0" err="1"/>
              <a:t>quan</a:t>
            </a:r>
            <a:r>
              <a:rPr lang="en-GB" dirty="0"/>
              <a:t> </a:t>
            </a:r>
            <a:r>
              <a:rPr lang="en-GB" dirty="0" err="1"/>
              <a:t>tâm</a:t>
            </a:r>
            <a:r>
              <a:rPr lang="en-GB" dirty="0"/>
              <a:t> </a:t>
            </a:r>
            <a:r>
              <a:rPr lang="en-GB" dirty="0" err="1"/>
              <a:t>đến</a:t>
            </a:r>
            <a:r>
              <a:rPr lang="en-GB" dirty="0"/>
              <a:t>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GB" dirty="0" err="1"/>
              <a:t>Sự</a:t>
            </a:r>
            <a:r>
              <a:rPr lang="en-GB" dirty="0"/>
              <a:t>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nguồn</a:t>
            </a:r>
            <a:r>
              <a:rPr lang="en-GB" dirty="0"/>
              <a:t> (Capture Data Change)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GB" dirty="0" err="1"/>
              <a:t>Tải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DWH </a:t>
            </a:r>
            <a:r>
              <a:rPr lang="en-GB" dirty="0" err="1"/>
              <a:t>cần</a:t>
            </a:r>
            <a:r>
              <a:rPr lang="en-GB" dirty="0"/>
              <a:t> </a:t>
            </a:r>
            <a:r>
              <a:rPr lang="en-GB" dirty="0" err="1"/>
              <a:t>xem</a:t>
            </a:r>
            <a:r>
              <a:rPr lang="en-GB" dirty="0"/>
              <a:t> </a:t>
            </a:r>
            <a:r>
              <a:rPr lang="en-GB" dirty="0" err="1"/>
              <a:t>xét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ETL </a:t>
            </a:r>
            <a:r>
              <a:rPr lang="en-GB" dirty="0" err="1"/>
              <a:t>trước</a:t>
            </a:r>
            <a:r>
              <a:rPr lang="en-GB" dirty="0"/>
              <a:t>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542918-8E30-1D34-C5D5-C09F32F64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975" y="3122887"/>
            <a:ext cx="6677025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ETL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5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92315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 err="1"/>
              <a:t>Phương</a:t>
            </a:r>
            <a:r>
              <a:rPr lang="en-GB" dirty="0"/>
              <a:t> </a:t>
            </a:r>
            <a:r>
              <a:rPr lang="en-GB" dirty="0" err="1"/>
              <a:t>pháp</a:t>
            </a:r>
            <a:endParaRPr lang="en-GB" dirty="0"/>
          </a:p>
          <a:p>
            <a:pPr lvl="1"/>
            <a:r>
              <a:rPr lang="en-GB" dirty="0"/>
              <a:t>	- </a:t>
            </a:r>
            <a:r>
              <a:rPr lang="en-GB" dirty="0" err="1"/>
              <a:t>Cột</a:t>
            </a:r>
            <a:r>
              <a:rPr lang="en-GB" dirty="0"/>
              <a:t>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toán</a:t>
            </a:r>
            <a:r>
              <a:rPr lang="en-GB" dirty="0"/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ghi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GB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21BE7C-7A85-EF5B-9590-56DC393DA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64" y="2372710"/>
            <a:ext cx="11386086" cy="309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40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ETL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6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92315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 err="1"/>
              <a:t>Phương</a:t>
            </a:r>
            <a:r>
              <a:rPr lang="en-GB" dirty="0"/>
              <a:t> </a:t>
            </a:r>
            <a:r>
              <a:rPr lang="en-GB" dirty="0" err="1"/>
              <a:t>pháp</a:t>
            </a:r>
            <a:endParaRPr lang="en-GB" dirty="0"/>
          </a:p>
          <a:p>
            <a:pPr lvl="1"/>
            <a:r>
              <a:rPr lang="en-GB" dirty="0"/>
              <a:t>	-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2DF11F-6732-4655-721A-EF07D1B3E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544" y="1550275"/>
            <a:ext cx="7988683" cy="459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632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 Data Change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7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923151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sự</a:t>
            </a:r>
            <a:r>
              <a:rPr lang="en-GB" dirty="0"/>
              <a:t>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nguồn</a:t>
            </a:r>
            <a:endParaRPr lang="en-GB" dirty="0"/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GB" dirty="0" err="1"/>
              <a:t>Ghi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trích</a:t>
            </a:r>
            <a:r>
              <a:rPr lang="en-GB" dirty="0"/>
              <a:t> </a:t>
            </a:r>
            <a:r>
              <a:rPr lang="en-GB" dirty="0" err="1"/>
              <a:t>chọn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ETL </a:t>
            </a:r>
            <a:r>
              <a:rPr lang="en-GB" dirty="0" err="1"/>
              <a:t>trước</a:t>
            </a:r>
            <a:endParaRPr lang="en-GB" dirty="0"/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lookup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cứu</a:t>
            </a:r>
            <a:r>
              <a:rPr lang="en-GB" dirty="0"/>
              <a:t> </a:t>
            </a:r>
            <a:r>
              <a:rPr lang="en-GB" dirty="0" err="1"/>
              <a:t>sự</a:t>
            </a:r>
            <a:r>
              <a:rPr lang="en-GB" dirty="0"/>
              <a:t>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nguồn</a:t>
            </a:r>
            <a:endParaRPr lang="en-GB" dirty="0"/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GB" dirty="0" err="1"/>
              <a:t>Phân</a:t>
            </a:r>
            <a:r>
              <a:rPr lang="en-GB" dirty="0"/>
              <a:t> chia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bản</a:t>
            </a:r>
            <a:r>
              <a:rPr lang="en-GB" dirty="0"/>
              <a:t> </a:t>
            </a:r>
            <a:r>
              <a:rPr lang="en-GB" dirty="0" err="1"/>
              <a:t>ghi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sự</a:t>
            </a:r>
            <a:r>
              <a:rPr lang="en-GB" dirty="0"/>
              <a:t>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  <a:r>
              <a:rPr lang="en-GB" dirty="0" err="1"/>
              <a:t>thành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loại</a:t>
            </a:r>
            <a:endParaRPr lang="en-GB" dirty="0"/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en-GB" dirty="0" err="1"/>
              <a:t>Bản</a:t>
            </a:r>
            <a:r>
              <a:rPr lang="en-GB" dirty="0"/>
              <a:t> </a:t>
            </a:r>
            <a:r>
              <a:rPr lang="en-GB" dirty="0" err="1"/>
              <a:t>ghi</a:t>
            </a:r>
            <a:r>
              <a:rPr lang="en-GB" dirty="0"/>
              <a:t> </a:t>
            </a:r>
            <a:r>
              <a:rPr lang="en-GB" dirty="0" err="1"/>
              <a:t>thêm</a:t>
            </a:r>
            <a:r>
              <a:rPr lang="en-GB" dirty="0"/>
              <a:t> </a:t>
            </a:r>
            <a:r>
              <a:rPr lang="en-GB" dirty="0" err="1"/>
              <a:t>mới</a:t>
            </a:r>
            <a:r>
              <a:rPr lang="en-GB" dirty="0"/>
              <a:t>  (Insert)</a:t>
            </a:r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en-GB" dirty="0" err="1"/>
              <a:t>Bản</a:t>
            </a:r>
            <a:r>
              <a:rPr lang="en-GB" dirty="0"/>
              <a:t> </a:t>
            </a:r>
            <a:r>
              <a:rPr lang="en-GB" dirty="0" err="1"/>
              <a:t>ghi</a:t>
            </a:r>
            <a:r>
              <a:rPr lang="en-GB" dirty="0"/>
              <a:t> </a:t>
            </a:r>
            <a:r>
              <a:rPr lang="en-GB" dirty="0" err="1"/>
              <a:t>cập</a:t>
            </a:r>
            <a:r>
              <a:rPr lang="en-GB" dirty="0"/>
              <a:t> </a:t>
            </a:r>
            <a:r>
              <a:rPr lang="en-GB" dirty="0" err="1"/>
              <a:t>nhật</a:t>
            </a:r>
            <a:r>
              <a:rPr lang="en-GB" dirty="0"/>
              <a:t> (Update)</a:t>
            </a:r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en-GB" dirty="0" err="1"/>
              <a:t>Bản</a:t>
            </a:r>
            <a:r>
              <a:rPr lang="en-GB" dirty="0"/>
              <a:t> </a:t>
            </a:r>
            <a:r>
              <a:rPr lang="en-GB" dirty="0" err="1"/>
              <a:t>ghi</a:t>
            </a:r>
            <a:r>
              <a:rPr lang="en-GB" dirty="0"/>
              <a:t> </a:t>
            </a:r>
            <a:r>
              <a:rPr lang="en-GB" dirty="0" err="1"/>
              <a:t>bị</a:t>
            </a:r>
            <a:r>
              <a:rPr lang="en-GB" dirty="0"/>
              <a:t> </a:t>
            </a:r>
            <a:r>
              <a:rPr lang="en-GB" dirty="0" err="1"/>
              <a:t>xóa</a:t>
            </a:r>
            <a:r>
              <a:rPr lang="en-GB" dirty="0"/>
              <a:t> (Delete)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 Data Change (2)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8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92315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khối</a:t>
            </a:r>
            <a:r>
              <a:rPr lang="en-GB" dirty="0"/>
              <a:t> Lookup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sự</a:t>
            </a:r>
            <a:r>
              <a:rPr lang="en-GB" dirty="0"/>
              <a:t>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1520" y="1909762"/>
            <a:ext cx="8610600" cy="3038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 Data Change (3)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92315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khối</a:t>
            </a:r>
            <a:r>
              <a:rPr lang="en-GB" dirty="0"/>
              <a:t> Slowly Changing Dimension (SCD)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425" y="1653828"/>
            <a:ext cx="539115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Tải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10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923151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/>
              <a:t>Sau </a:t>
            </a:r>
            <a:r>
              <a:rPr lang="en-GB" dirty="0" err="1"/>
              <a:t>khi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biến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tải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DWH </a:t>
            </a:r>
            <a:r>
              <a:rPr lang="en-GB" dirty="0" err="1"/>
              <a:t>cần</a:t>
            </a:r>
            <a:r>
              <a:rPr lang="en-GB" dirty="0"/>
              <a:t> </a:t>
            </a:r>
            <a:r>
              <a:rPr lang="en-GB" dirty="0" err="1"/>
              <a:t>xem</a:t>
            </a:r>
            <a:r>
              <a:rPr lang="en-GB" dirty="0"/>
              <a:t> </a:t>
            </a:r>
            <a:r>
              <a:rPr lang="en-GB" dirty="0" err="1"/>
              <a:t>xét</a:t>
            </a:r>
            <a:r>
              <a:rPr lang="en-GB" dirty="0"/>
              <a:t> </a:t>
            </a:r>
            <a:r>
              <a:rPr lang="en-GB" dirty="0" err="1"/>
              <a:t>đến</a:t>
            </a:r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dimension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bản</a:t>
            </a:r>
            <a:r>
              <a:rPr lang="en-GB" dirty="0"/>
              <a:t> </a:t>
            </a:r>
            <a:r>
              <a:rPr lang="en-GB" dirty="0" err="1"/>
              <a:t>ghi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thêm</a:t>
            </a:r>
            <a:r>
              <a:rPr lang="en-GB" dirty="0"/>
              <a:t> </a:t>
            </a:r>
            <a:r>
              <a:rPr lang="en-GB" dirty="0" err="1"/>
              <a:t>mới</a:t>
            </a:r>
            <a:endParaRPr lang="en-GB" dirty="0"/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bản</a:t>
            </a:r>
            <a:r>
              <a:rPr lang="en-GB" dirty="0"/>
              <a:t> </a:t>
            </a:r>
            <a:r>
              <a:rPr lang="en-GB" dirty="0" err="1"/>
              <a:t>ghi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cập</a:t>
            </a:r>
            <a:r>
              <a:rPr lang="en-GB" dirty="0"/>
              <a:t> </a:t>
            </a:r>
            <a:r>
              <a:rPr lang="en-GB" dirty="0" err="1"/>
              <a:t>nhật</a:t>
            </a:r>
            <a:r>
              <a:rPr lang="en-GB" dirty="0"/>
              <a:t> </a:t>
            </a:r>
            <a:r>
              <a:rPr lang="en-GB" dirty="0" err="1"/>
              <a:t>thuộc</a:t>
            </a:r>
            <a:r>
              <a:rPr lang="en-GB" dirty="0"/>
              <a:t> </a:t>
            </a:r>
            <a:r>
              <a:rPr lang="en-GB" dirty="0" err="1"/>
              <a:t>tính</a:t>
            </a:r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fact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GB" dirty="0" err="1"/>
              <a:t>Thêm</a:t>
            </a:r>
            <a:r>
              <a:rPr lang="en-GB" dirty="0"/>
              <a:t> </a:t>
            </a:r>
            <a:r>
              <a:rPr lang="en-GB" dirty="0" err="1"/>
              <a:t>mới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bản</a:t>
            </a:r>
            <a:r>
              <a:rPr lang="en-GB" dirty="0"/>
              <a:t> </a:t>
            </a:r>
            <a:r>
              <a:rPr lang="en-GB" dirty="0" err="1"/>
              <a:t>ghi</a:t>
            </a:r>
            <a:r>
              <a:rPr lang="en-GB" dirty="0"/>
              <a:t> </a:t>
            </a:r>
            <a:r>
              <a:rPr lang="en-GB" dirty="0" err="1"/>
              <a:t>mới</a:t>
            </a:r>
            <a:endParaRPr lang="en-GB" dirty="0"/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GB" dirty="0" err="1"/>
              <a:t>Cập</a:t>
            </a:r>
            <a:r>
              <a:rPr lang="en-GB" dirty="0"/>
              <a:t> </a:t>
            </a:r>
            <a:r>
              <a:rPr lang="en-GB" dirty="0" err="1"/>
              <a:t>nhật</a:t>
            </a:r>
            <a:r>
              <a:rPr lang="en-GB" dirty="0"/>
              <a:t> </a:t>
            </a:r>
            <a:r>
              <a:rPr lang="en-GB" dirty="0" err="1"/>
              <a:t>bản</a:t>
            </a:r>
            <a:r>
              <a:rPr lang="en-GB" dirty="0"/>
              <a:t> </a:t>
            </a:r>
            <a:r>
              <a:rPr lang="en-GB" dirty="0" err="1"/>
              <a:t>ghi</a:t>
            </a:r>
            <a:endParaRPr lang="en-GB" dirty="0"/>
          </a:p>
          <a:p>
            <a:pPr lvl="3"/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Tải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ETL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11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8" y="996927"/>
            <a:ext cx="43536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 err="1"/>
              <a:t>Tải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dimension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748" y="1691581"/>
            <a:ext cx="3878892" cy="39116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768" y="1691581"/>
            <a:ext cx="4863390" cy="39116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85599" y="960229"/>
            <a:ext cx="43536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 err="1"/>
              <a:t>Tải</a:t>
            </a:r>
            <a:r>
              <a:rPr lang="en-GB" dirty="0"/>
              <a:t> </a:t>
            </a:r>
            <a:r>
              <a:rPr lang="en-GB" dirty="0" err="1"/>
              <a:t>bảng</a:t>
            </a:r>
            <a:r>
              <a:rPr lang="en-GB" dirty="0"/>
              <a:t> Fact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12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923151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GB" dirty="0" err="1"/>
              <a:t>Xử</a:t>
            </a:r>
            <a:r>
              <a:rPr lang="en-GB" dirty="0"/>
              <a:t> </a:t>
            </a:r>
            <a:r>
              <a:rPr lang="en-GB" dirty="0" err="1"/>
              <a:t>lý</a:t>
            </a:r>
            <a:r>
              <a:rPr lang="en-GB" dirty="0"/>
              <a:t> </a:t>
            </a:r>
            <a:r>
              <a:rPr lang="en-GB" dirty="0" err="1"/>
              <a:t>lỗi</a:t>
            </a:r>
            <a:r>
              <a:rPr lang="en-GB" dirty="0"/>
              <a:t> </a:t>
            </a:r>
            <a:r>
              <a:rPr lang="en-GB" dirty="0" err="1"/>
              <a:t>tác</a:t>
            </a:r>
            <a:r>
              <a:rPr lang="en-GB" dirty="0"/>
              <a:t> </a:t>
            </a:r>
            <a:r>
              <a:rPr lang="en-GB" dirty="0" err="1"/>
              <a:t>vụ</a:t>
            </a:r>
            <a:endParaRPr lang="en-GB" dirty="0"/>
          </a:p>
          <a:p>
            <a:pPr lvl="3"/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185" y="1452434"/>
            <a:ext cx="2014399" cy="39523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376" y="1452805"/>
            <a:ext cx="4959365" cy="39527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13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923151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GB" dirty="0" err="1"/>
              <a:t>Xử</a:t>
            </a:r>
            <a:r>
              <a:rPr lang="en-GB" dirty="0"/>
              <a:t> </a:t>
            </a:r>
            <a:r>
              <a:rPr lang="en-GB" dirty="0" err="1"/>
              <a:t>lý</a:t>
            </a:r>
            <a:r>
              <a:rPr lang="en-GB" dirty="0"/>
              <a:t> </a:t>
            </a:r>
            <a:r>
              <a:rPr lang="en-GB" dirty="0" err="1"/>
              <a:t>lỗi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data flow</a:t>
            </a:r>
          </a:p>
          <a:p>
            <a:pPr lvl="3"/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691" y="3503087"/>
            <a:ext cx="9954827" cy="12266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6198" y="1946105"/>
            <a:ext cx="8181975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Logging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14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993433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ETL -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Logging </a:t>
            </a:r>
            <a:r>
              <a:rPr lang="en-US" dirty="0" err="1"/>
              <a:t>của</a:t>
            </a:r>
            <a:r>
              <a:rPr lang="en-US" dirty="0"/>
              <a:t> SSIS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GB" dirty="0"/>
          </a:p>
          <a:p>
            <a:pPr lvl="2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488" y="1396448"/>
            <a:ext cx="4340216" cy="46592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7073" y="1620201"/>
            <a:ext cx="6607054" cy="42408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Logging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15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99343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SSIS trigger</a:t>
            </a:r>
            <a:endParaRPr lang="en-GB" dirty="0"/>
          </a:p>
          <a:p>
            <a:pPr lvl="2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740" y="1445256"/>
            <a:ext cx="5858829" cy="46080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Logging (2)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16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99343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logging</a:t>
            </a:r>
            <a:endParaRPr lang="en-GB" dirty="0"/>
          </a:p>
          <a:p>
            <a:pPr lvl="2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03" y="1643258"/>
            <a:ext cx="11353800" cy="393191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17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0868807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 Checkpoint: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gặp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dừng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 Cho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từ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GB" dirty="0"/>
          </a:p>
          <a:p>
            <a:pPr lvl="1"/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564" y="1748823"/>
            <a:ext cx="2014399" cy="39523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695" y="1735591"/>
            <a:ext cx="2014399" cy="39788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2117" y="1748823"/>
            <a:ext cx="2134792" cy="397885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8497" y="1735592"/>
            <a:ext cx="2155754" cy="39656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SSIS (1) 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18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111470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SSIS </a:t>
            </a:r>
            <a:r>
              <a:rPr lang="en-US" dirty="0" err="1"/>
              <a:t>lên</a:t>
            </a:r>
            <a:r>
              <a:rPr lang="en-US" dirty="0"/>
              <a:t> SQL Server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catalog database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25" y="1298015"/>
            <a:ext cx="5591175" cy="4610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851" y="1668092"/>
            <a:ext cx="3231171" cy="41077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SSIS (2) 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19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11147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SSIS </a:t>
            </a:r>
            <a:r>
              <a:rPr lang="en-US" dirty="0" err="1"/>
              <a:t>lên</a:t>
            </a:r>
            <a:r>
              <a:rPr lang="en-US" dirty="0"/>
              <a:t> SQL Server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GB" dirty="0" err="1"/>
              <a:t>Tạo</a:t>
            </a:r>
            <a:r>
              <a:rPr lang="en-GB" dirty="0"/>
              <a:t> Folder </a:t>
            </a:r>
            <a:r>
              <a:rPr lang="en-GB" dirty="0" err="1"/>
              <a:t>chứa</a:t>
            </a:r>
            <a:r>
              <a:rPr lang="en-GB" dirty="0"/>
              <a:t> package SSIS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057" y="1742052"/>
            <a:ext cx="2874549" cy="39906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943" y="1822840"/>
            <a:ext cx="571500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SSIS (3) 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20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367" y="996927"/>
            <a:ext cx="111147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SSIS </a:t>
            </a:r>
            <a:r>
              <a:rPr lang="en-US" dirty="0" err="1"/>
              <a:t>lên</a:t>
            </a:r>
            <a:r>
              <a:rPr lang="en-US" dirty="0"/>
              <a:t> SQL Server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GB" dirty="0"/>
              <a:t> Deploy Project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664" y="1740025"/>
            <a:ext cx="2493000" cy="4143950"/>
          </a:xfrm>
          <a:prstGeom prst="rect">
            <a:avLst/>
          </a:prstGeom>
        </p:spPr>
      </p:pic>
      <p:pic>
        <p:nvPicPr>
          <p:cNvPr id="12" name="Picture 11" descr="Graphical user interface, text, application, email&#10;&#10;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00" y="1559789"/>
            <a:ext cx="5061644" cy="4143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21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5654" y="1005165"/>
            <a:ext cx="1111470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tác</a:t>
            </a:r>
            <a:r>
              <a:rPr lang="en-GB" dirty="0"/>
              <a:t> </a:t>
            </a:r>
            <a:r>
              <a:rPr lang="en-GB" dirty="0" err="1"/>
              <a:t>vụ</a:t>
            </a:r>
            <a:r>
              <a:rPr lang="en-GB" dirty="0"/>
              <a:t> </a:t>
            </a:r>
            <a:r>
              <a:rPr lang="en-GB" dirty="0" err="1"/>
              <a:t>lập</a:t>
            </a:r>
            <a:r>
              <a:rPr lang="en-GB" dirty="0"/>
              <a:t> </a:t>
            </a:r>
            <a:r>
              <a:rPr lang="en-GB" dirty="0" err="1"/>
              <a:t>lịch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SQL Server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thi</a:t>
            </a:r>
            <a:r>
              <a:rPr lang="en-GB" dirty="0"/>
              <a:t> SSIS – SQL Server Agent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 err="1"/>
              <a:t>Tạo</a:t>
            </a:r>
            <a:r>
              <a:rPr lang="en-GB" dirty="0"/>
              <a:t> Job</a:t>
            </a:r>
          </a:p>
          <a:p>
            <a:pPr lvl="2"/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772" y="1466830"/>
            <a:ext cx="4703719" cy="44458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514" y="1672011"/>
            <a:ext cx="3275398" cy="40355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22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5654" y="1005165"/>
            <a:ext cx="1111470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tác</a:t>
            </a:r>
            <a:r>
              <a:rPr lang="en-GB" dirty="0"/>
              <a:t> </a:t>
            </a:r>
            <a:r>
              <a:rPr lang="en-GB" dirty="0" err="1"/>
              <a:t>vụ</a:t>
            </a:r>
            <a:r>
              <a:rPr lang="en-GB" dirty="0"/>
              <a:t> </a:t>
            </a:r>
            <a:r>
              <a:rPr lang="en-GB" dirty="0" err="1"/>
              <a:t>lập</a:t>
            </a:r>
            <a:r>
              <a:rPr lang="en-GB" dirty="0"/>
              <a:t> </a:t>
            </a:r>
            <a:r>
              <a:rPr lang="en-GB" dirty="0" err="1"/>
              <a:t>lịch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SQL Server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thi</a:t>
            </a:r>
            <a:r>
              <a:rPr lang="en-GB" dirty="0"/>
              <a:t> SSIS – SQL Server Agent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 err="1"/>
              <a:t>Tạo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bước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hiện</a:t>
            </a:r>
            <a:endParaRPr lang="en-GB" dirty="0"/>
          </a:p>
          <a:p>
            <a:pPr lvl="2"/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4704"/>
            <a:ext cx="4894039" cy="461323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(3)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23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5654" y="1005165"/>
            <a:ext cx="1111470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tác</a:t>
            </a:r>
            <a:r>
              <a:rPr lang="en-GB" dirty="0"/>
              <a:t> </a:t>
            </a:r>
            <a:r>
              <a:rPr lang="en-GB" dirty="0" err="1"/>
              <a:t>vụ</a:t>
            </a:r>
            <a:r>
              <a:rPr lang="en-GB" dirty="0"/>
              <a:t> </a:t>
            </a:r>
            <a:r>
              <a:rPr lang="en-GB" dirty="0" err="1"/>
              <a:t>lập</a:t>
            </a:r>
            <a:r>
              <a:rPr lang="en-GB" dirty="0"/>
              <a:t> </a:t>
            </a:r>
            <a:r>
              <a:rPr lang="en-GB" dirty="0" err="1"/>
              <a:t>lịch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SQL Server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thi</a:t>
            </a:r>
            <a:r>
              <a:rPr lang="en-GB" dirty="0"/>
              <a:t> SSIS – SQL Server Agent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 err="1"/>
              <a:t>Lên</a:t>
            </a:r>
            <a:r>
              <a:rPr lang="en-GB" dirty="0"/>
              <a:t> </a:t>
            </a:r>
            <a:r>
              <a:rPr lang="en-GB" dirty="0" err="1"/>
              <a:t>lịch</a:t>
            </a:r>
            <a:endParaRPr lang="en-GB" dirty="0"/>
          </a:p>
          <a:p>
            <a:pPr lvl="2"/>
            <a:endParaRPr lang="en-GB" dirty="0"/>
          </a:p>
        </p:txBody>
      </p:sp>
      <p:pic>
        <p:nvPicPr>
          <p:cNvPr id="7" name="Picture 6" descr="A screenshot of a computer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856" y="1442211"/>
            <a:ext cx="4991369" cy="470073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9162"/>
            <a:ext cx="1135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vi-VN" sz="2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24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173" y="6314858"/>
            <a:ext cx="796636" cy="44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5654" y="1005165"/>
            <a:ext cx="111147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dirty="0" err="1"/>
              <a:t>Chỉnh</a:t>
            </a:r>
            <a:r>
              <a:rPr lang="en-GB" dirty="0"/>
              <a:t> </a:t>
            </a:r>
            <a:r>
              <a:rPr lang="en-GB" dirty="0" err="1"/>
              <a:t>sửa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luồng</a:t>
            </a:r>
            <a:r>
              <a:rPr lang="en-GB" dirty="0"/>
              <a:t> ETL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phù</a:t>
            </a:r>
            <a:r>
              <a:rPr lang="en-GB" dirty="0"/>
              <a:t> </a:t>
            </a:r>
            <a:r>
              <a:rPr lang="en-GB" dirty="0" err="1"/>
              <a:t>hợp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luồng</a:t>
            </a:r>
            <a:r>
              <a:rPr lang="en-GB" dirty="0"/>
              <a:t> ETL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sau</a:t>
            </a:r>
            <a:endParaRPr lang="en-GB" dirty="0"/>
          </a:p>
          <a:p>
            <a:pPr lvl="2"/>
            <a:endParaRPr lang="en-GB" dirty="0"/>
          </a:p>
        </p:txBody>
      </p:sp>
      <p:pic>
        <p:nvPicPr>
          <p:cNvPr id="1026" name="Picture 2" descr="Research Streams | Canadian Institute for Inclusion and Citizenship">
            <a:extLst>
              <a:ext uri="{FF2B5EF4-FFF2-40B4-BE49-F238E27FC236}">
                <a16:creationId xmlns:a16="http://schemas.microsoft.com/office/drawing/2014/main" id="{B05808D9-1000-67F4-9E3D-E5B76733D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110489"/>
            <a:ext cx="4523137" cy="300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093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324A-832C-4639-A318-F9ED4BBDC295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546</Words>
  <Application>Microsoft Office PowerPoint</Application>
  <PresentationFormat>Widescreen</PresentationFormat>
  <Paragraphs>110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Huy</dc:creator>
  <cp:lastModifiedBy>Tung TM</cp:lastModifiedBy>
  <cp:revision>728</cp:revision>
  <dcterms:created xsi:type="dcterms:W3CDTF">2021-11-04T02:04:00Z</dcterms:created>
  <dcterms:modified xsi:type="dcterms:W3CDTF">2022-12-13T08:00:41Z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BC6A4B95075B4466B765A639762EAA4B</vt:lpwstr>
  </property>
  <property fmtid="{D5CDD505-2E9C-101B-9397-08002B2CF9AE}" pid="3" name="KSOProductBuildVer">
    <vt:lpwstr>1033-11.2.0.11341</vt:lpwstr>
  </property>
</Properties>
</file>